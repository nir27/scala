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A12DC-AC44-4ED7-ABD1-862DBB5A7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8F173-0584-44FE-AECE-45C3518F7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CD6B2-29AB-4E3F-AD52-763CA5CA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EC47A-B84B-4DAF-A5D5-4FAED7073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88B46-D235-4FC8-ADBF-3382D629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57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922E-2244-4D02-9AC8-AF7A21DD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24FA3-6B54-44B5-B7DB-E9A83516D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853E4-C518-440C-9844-8675FB2F3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B03B7-D618-4BAA-A7E5-2BD32D1A1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E3F32-A297-40A4-9152-06FCD53F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89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0DB5D-807E-44DB-B2C2-FA9F420A6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9DA4-C68B-4044-95F2-4BB959339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C8BE1-D5B7-49AB-851A-9DEDE7E88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F5F51-8F0E-4972-A1A7-B177ED3DD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4D3AC-4543-4672-80E5-411EBF78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7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63A81-B6C7-486E-BC16-982A11D20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22C05-7561-4547-ADC5-A4ED69AEE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65291-0D94-4635-8967-5BB8EA440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14FB5-44C3-4EC8-B9A8-EE2824B0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7E818-B18A-4FA1-8910-A390FDD4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FAD7F-AB42-4EE7-B953-287747DB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7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24FCF-32B8-4E29-8E7D-64F5E844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013A9-6D92-45A5-84BB-BC6370B9B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FD9F2-0A90-434E-B28F-E612BD9D4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0CB72F-E2C9-49F7-B954-C0ED051CA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ED6FF3-9D91-444C-87C1-70C98905C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DA9472-B034-495C-807E-2C9467D8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223DC5-4BF7-42FC-963D-689E721D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CB262E-D768-4288-8DFD-EA4315D2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0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56FF-DB3C-4323-A885-0C502D2D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F4525-3BDA-4CE0-9D90-53BB405E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E98AF-1A46-451B-8E8E-B0ACCCD0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0AA65-D82A-4DE6-9047-4DC511A3C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72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DC2E8-2E31-497D-8FE8-540251746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8C841-035C-4506-A733-FC2642F3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4B7EC-29C6-4324-BBB1-47A04C48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57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ED01-5AF8-45C1-8282-0AB9F96BA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A7656-CABF-4842-9464-0B26D2EDC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BDE50-54B1-48FC-A7A7-963DEDCFB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001C3-2632-4676-8B1B-82B4C096B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F17DF-F202-4217-AB5D-FF7760A4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78AE6-557C-4C9A-98A3-5196D856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77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639A-B70D-4266-8966-2E0960D35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8246DB-CDF9-42A3-87C5-40D41D6E0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FD839-9218-4362-BD9B-0E4A8082B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5D447-B259-4D89-80F9-4FE73FC8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8EAA8-6FD0-477F-A0DE-300CACE79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A662B-6235-461D-B077-62065790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9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C305-B4B4-49F4-8D14-394DFAB06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5E643-DB2C-419A-B5FD-80CCA2F7E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7AD34-A4A3-44DD-9C5F-9DDCFA3EE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C3EBC-7405-4767-95EC-4FF2010D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63B5C-4DDB-425B-9CBD-759BE97E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9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A8CEA5-D447-40F0-A54A-3AFBD1E6D7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16A32-68AD-42D1-88E7-D3C3B14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EA2E1-7E13-40D1-A83C-6A329777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847D0-2C76-4C39-960A-CE61A100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BC8D1-A9C1-4473-829E-B72E1652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5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B64150-9E69-4506-B819-19020BC8A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85A7A-7532-4C33-9EAC-1D32E720C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FDEBC-5653-4E78-9C77-C07EEE5C4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DA088-7180-4FA8-A35F-0DD37E74F255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A11C-6E0B-4E4E-8C2B-DD5FDA29D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E6D47-3AE0-45DF-A28A-65855A529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2F7FF-F4C5-43F7-AFF4-F2EBCFB1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0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3647-B6C3-4123-AC86-A08C16820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943142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DRESS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9D38F-BF27-45FC-B80D-270CE66EE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96" y="1444458"/>
            <a:ext cx="3660808" cy="381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82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F7F47-8FD4-4B84-9E60-C09FC8A3F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Business attire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C8D3D-82BB-4012-8551-9D5540C6A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411542"/>
            <a:ext cx="6871447" cy="422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108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8545A-E2E4-41D2-A325-D9EBF1BB8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Types of business attire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6D3A3-072B-4867-9D96-75911C2D1B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94" r="121"/>
          <a:stretch/>
        </p:blipFill>
        <p:spPr>
          <a:xfrm>
            <a:off x="5755340" y="1281951"/>
            <a:ext cx="6203577" cy="38230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475CA4-52C1-4E3B-AF94-9B16E6B21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86" y="1563892"/>
            <a:ext cx="3527612" cy="7888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1CFB6B-4640-4A86-B377-8277E52BF0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" y="2348391"/>
            <a:ext cx="3662082" cy="72224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8285324-D84E-4F54-9523-0286DEDBD8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88" y="3064590"/>
            <a:ext cx="3321424" cy="61354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8D0F532-F3D2-440A-BB91-688FB5D76C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88" y="3520656"/>
            <a:ext cx="3420032" cy="82175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D247D3F-3BC2-4E69-A21B-2B0653CC59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" y="4254403"/>
            <a:ext cx="3724835" cy="5380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F620CF7-A0E8-41DE-B568-8ADA8E7DE2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" y="4706943"/>
            <a:ext cx="3886200" cy="62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6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DA99-9F91-40F6-A2E2-69A55616A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solidFill>
                  <a:schemeClr val="tx2">
                    <a:lumMod val="50000"/>
                  </a:schemeClr>
                </a:solidFill>
              </a:rPr>
              <a:t>1.Smart casual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7C9C9-97B6-4587-B9D4-74D12C242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309" y="1328767"/>
            <a:ext cx="3971381" cy="541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90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303CB-CE15-4E85-8B0B-18733799B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6">
                    <a:lumMod val="50000"/>
                  </a:schemeClr>
                </a:solidFill>
              </a:rPr>
              <a:t>2.Business casual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095BF7-D516-45A9-A114-C9BD1D251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35" y="1289193"/>
            <a:ext cx="5329518" cy="5203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B3A1AD-9A6D-400B-9A31-6A0531503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470" y="2976282"/>
            <a:ext cx="5258880" cy="316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70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41C1-2966-4DB7-BC3C-87C76221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Casual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167184-B414-4C73-89FF-290601EE9A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22" b="26519"/>
          <a:stretch/>
        </p:blipFill>
        <p:spPr>
          <a:xfrm>
            <a:off x="1609874" y="1497106"/>
            <a:ext cx="4127538" cy="4295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BF3D7A-7B0F-4FAF-A930-A6A4E6759B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3609" r="-2544"/>
          <a:stretch/>
        </p:blipFill>
        <p:spPr>
          <a:xfrm>
            <a:off x="5522257" y="2657960"/>
            <a:ext cx="4607861" cy="168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4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A251-2814-4D07-B01D-D0B1FB975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95492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BUSINESS DRESS</vt:lpstr>
      <vt:lpstr>Business attire</vt:lpstr>
      <vt:lpstr>Types of business attire</vt:lpstr>
      <vt:lpstr>1.Smart casual </vt:lpstr>
      <vt:lpstr>2.Business casual</vt:lpstr>
      <vt:lpstr>Casual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DRESS</dc:title>
  <dc:creator>Tharindu Nawanjana</dc:creator>
  <cp:lastModifiedBy>Tharindu Nawanjana</cp:lastModifiedBy>
  <cp:revision>3</cp:revision>
  <dcterms:created xsi:type="dcterms:W3CDTF">2022-05-17T03:33:39Z</dcterms:created>
  <dcterms:modified xsi:type="dcterms:W3CDTF">2022-05-17T03:53:42Z</dcterms:modified>
</cp:coreProperties>
</file>